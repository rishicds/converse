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9"/>
  </p:normalViewPr>
  <p:slideViewPr>
    <p:cSldViewPr snapToGrid="0">
      <p:cViewPr varScale="1">
        <p:scale>
          <a:sx n="110" d="100"/>
          <a:sy n="110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8E8A-1988-1E9A-5317-D3C5DD682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7422C-B40E-7B30-F53A-5D56AC8D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06574-A213-821B-D3B2-CE8165DB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1AC7-7F36-8CC3-0055-DF7AC0FE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D768-9E5D-C37F-EB09-764A695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749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E768-1FAE-7A22-0765-39189E79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A3CA-FF43-7535-BA8B-E37BD9860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408B-21F7-80DB-4A06-5D108F49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3CCBD-8CCB-128F-24C9-9BBC91F6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66DAD-0D45-F699-44D1-80052D62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604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E36D-9D1E-1373-A88F-575E3D31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D05A3-C239-453B-F3CE-50A9C0317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6227-E554-4AC0-AB8C-70AB2695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314AE-03C2-7F16-8046-A573BD9F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2F8A3-95A0-8168-A40A-ECACDD28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298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542B-FD81-2A5D-7020-7F4641C0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370C-E9A3-9D76-4CA4-FD8B4595C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7C067-B38E-FAC9-B960-A4CB5A8AF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31CA3-91D6-825C-09D1-5945EE81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423E3-7E44-5A36-3771-9EF668B8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AEDE3-A58D-37E5-235C-FDD530B9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0960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7E14-34F5-12D0-B30E-9F1B55C4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1D467-46E7-6C67-3D19-DC38B144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F9C76-8017-98D2-C600-43C34986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58B38-BFCC-36E9-2539-F90B21365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64581-3111-9BBE-2A13-C96BE9CB7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F9492-4103-FF82-30B1-E7205A3B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01475-0518-8194-A255-BA91DD9F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6462C-0E0F-9C15-21B1-588E4957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1711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3B75-BC59-A485-6D8E-3EC339DA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1B1ED-15D5-E570-719E-A771E29F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CAC05-F859-3341-146D-93DC3517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03CE3-70BB-4188-5F90-56C8F6DE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0031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4C9BF-05C5-9B5C-0067-56F1B910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813C0-9754-2AF8-3A67-E8984EE5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28EA6-7686-F0FA-6604-CD62C565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162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B04-A304-2DE1-6275-26A18B16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D2091-B3CB-1D3B-9DEE-EC0749FA9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A6032-0576-CBF5-8099-23616C299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1959E-560A-5B98-1B22-83A0FAEB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49A66-A470-082B-3EE2-9D2E958E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CBDF4-0E9D-1038-F797-B5D6F19A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6775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D03B-CDEE-4F87-293B-8DC2B47D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AF8DA-0357-BD47-5C37-BDE52C6E4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AF11A-CC2E-05C5-2536-FB5924AF5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12EB1-6F83-5631-5D30-E2D1D1B4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F0030-845B-16EB-D40F-9C711BD3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8FB75-6767-5FCE-AB78-F9341D27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91505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F93E-3400-B987-0928-F2EBB999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F554B-BF28-9F94-474B-9A2C9E11B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ED4A-D814-6113-DC8D-401D67DB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35AFF-90F9-B6DA-7D16-02DB2283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D6D46-DD2E-A2C5-63DC-7FF3BE01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384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21BDF-B5FF-BBC5-5928-A882AFFF9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4FB17-E630-9177-F6CD-FED6E545B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58A0-7F11-5878-388F-E2A3A2D4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5FD8-FBAB-77CE-23D5-27CE9EDF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2DF7-1CFA-45B1-D8AF-65D759DA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489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EBF01-9BF0-0BF5-4653-4D15A206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E9A2D-0361-262F-CCEB-25DC8BFB6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0F744-6AA4-9B77-41E4-4DB9A39A9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487E-F41C-F749-B6E8-662226918B65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2BA4E-5AE2-FE5E-05CF-BF139ED7B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321-9F16-03AC-3A80-0F08D62CE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616CD-69F7-D74E-A9F4-6FEF41CD2F7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21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3F0F352-CE2B-533D-0D37-2581DD2A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24" y="1015194"/>
            <a:ext cx="7772400" cy="5047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5BDF4-1A98-2455-34B8-E7AF577AC655}"/>
              </a:ext>
            </a:extLst>
          </p:cNvPr>
          <p:cNvSpPr txBox="1"/>
          <p:nvPr/>
        </p:nvSpPr>
        <p:spPr>
          <a:xfrm>
            <a:off x="9353321" y="2291508"/>
            <a:ext cx="23796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Make video as big as the red frame, place it under the headline.. </a:t>
            </a:r>
          </a:p>
          <a:p>
            <a:r>
              <a:rPr lang="en-AE" dirty="0"/>
              <a:t>All text in green box to be placed under the video.</a:t>
            </a:r>
          </a:p>
          <a:p>
            <a:endParaRPr lang="en-AE" dirty="0"/>
          </a:p>
          <a:p>
            <a:endParaRPr lang="en-A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E9C02-DA98-E7D2-92E1-4276A8966731}"/>
              </a:ext>
            </a:extLst>
          </p:cNvPr>
          <p:cNvSpPr/>
          <p:nvPr/>
        </p:nvSpPr>
        <p:spPr>
          <a:xfrm>
            <a:off x="2181340" y="2853570"/>
            <a:ext cx="6588088" cy="2989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BC30D-11B2-DA3A-F87B-463427F37AD3}"/>
              </a:ext>
            </a:extLst>
          </p:cNvPr>
          <p:cNvSpPr/>
          <p:nvPr/>
        </p:nvSpPr>
        <p:spPr>
          <a:xfrm>
            <a:off x="1972019" y="2765234"/>
            <a:ext cx="3415229" cy="2478795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7944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F9C3C07-CA0A-AFFA-EB41-9047AA06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81" y="696979"/>
            <a:ext cx="7772400" cy="50479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AC09B9-E2A6-4129-4674-31B78F95AC55}"/>
              </a:ext>
            </a:extLst>
          </p:cNvPr>
          <p:cNvSpPr/>
          <p:nvPr/>
        </p:nvSpPr>
        <p:spPr>
          <a:xfrm>
            <a:off x="5916706" y="1573306"/>
            <a:ext cx="2850776" cy="1855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3441C-E470-9875-F612-6A18AB173189}"/>
              </a:ext>
            </a:extLst>
          </p:cNvPr>
          <p:cNvSpPr/>
          <p:nvPr/>
        </p:nvSpPr>
        <p:spPr>
          <a:xfrm>
            <a:off x="5916706" y="3752809"/>
            <a:ext cx="2850776" cy="1855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FEB33-F24F-4267-EB92-46B9FB1C806F}"/>
              </a:ext>
            </a:extLst>
          </p:cNvPr>
          <p:cNvSpPr txBox="1"/>
          <p:nvPr/>
        </p:nvSpPr>
        <p:spPr>
          <a:xfrm>
            <a:off x="9132939" y="1784732"/>
            <a:ext cx="2324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Make the pictures slightly smaller (about the same size as the blue boxes)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7FB01A-9BC2-BC59-A3FC-AE0DFB53F285}"/>
              </a:ext>
            </a:extLst>
          </p:cNvPr>
          <p:cNvCxnSpPr/>
          <p:nvPr/>
        </p:nvCxnSpPr>
        <p:spPr>
          <a:xfrm flipH="1">
            <a:off x="8767482" y="2138082"/>
            <a:ext cx="365457" cy="121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F3F39C-F8A4-2623-A574-308FEF4C2648}"/>
              </a:ext>
            </a:extLst>
          </p:cNvPr>
          <p:cNvCxnSpPr>
            <a:stCxn id="8" idx="1"/>
          </p:cNvCxnSpPr>
          <p:nvPr/>
        </p:nvCxnSpPr>
        <p:spPr>
          <a:xfrm flipH="1">
            <a:off x="8890612" y="2384897"/>
            <a:ext cx="242327" cy="1801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6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CD685B54-8AE9-61E0-5756-15FA4409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635" y="905026"/>
            <a:ext cx="7772400" cy="50479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A7CA0F-6587-3E63-5228-AAD1CB323A7A}"/>
              </a:ext>
            </a:extLst>
          </p:cNvPr>
          <p:cNvSpPr/>
          <p:nvPr/>
        </p:nvSpPr>
        <p:spPr>
          <a:xfrm>
            <a:off x="6468035" y="3200400"/>
            <a:ext cx="2850776" cy="1855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2940E-06D6-D3E1-B136-F661E94A2AA3}"/>
              </a:ext>
            </a:extLst>
          </p:cNvPr>
          <p:cNvSpPr txBox="1"/>
          <p:nvPr/>
        </p:nvSpPr>
        <p:spPr>
          <a:xfrm>
            <a:off x="9643927" y="2000071"/>
            <a:ext cx="2324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Make the picture slightly smaller (about the same size as the blue boxes)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EA06A3-9986-CD96-FB60-1BB92E489E3B}"/>
              </a:ext>
            </a:extLst>
          </p:cNvPr>
          <p:cNvCxnSpPr/>
          <p:nvPr/>
        </p:nvCxnSpPr>
        <p:spPr>
          <a:xfrm flipH="1">
            <a:off x="9199084" y="2390660"/>
            <a:ext cx="444843" cy="683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05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794CA2D-03F4-ACF5-E240-271EBAC3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32" y="1126152"/>
            <a:ext cx="7772400" cy="5047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7485E-871C-1154-0F23-46DA7FCD4F81}"/>
              </a:ext>
            </a:extLst>
          </p:cNvPr>
          <p:cNvSpPr txBox="1"/>
          <p:nvPr/>
        </p:nvSpPr>
        <p:spPr>
          <a:xfrm>
            <a:off x="10018059" y="2111188"/>
            <a:ext cx="2173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Increase space slighty between headline and visual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65C86A-84AB-5F3F-623C-88B1F1062132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8001000" y="2487706"/>
            <a:ext cx="2017059" cy="85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69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65D1A20-436C-AE65-A09F-AD55068F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53" y="905026"/>
            <a:ext cx="7772400" cy="5047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547206-AF1B-1F29-1298-C288231E3C97}"/>
              </a:ext>
            </a:extLst>
          </p:cNvPr>
          <p:cNvSpPr txBox="1"/>
          <p:nvPr/>
        </p:nvSpPr>
        <p:spPr>
          <a:xfrm>
            <a:off x="5607424" y="282388"/>
            <a:ext cx="384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Headline to be written in capital letters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103AE1-AD85-A825-1057-AACBFB6032E6}"/>
              </a:ext>
            </a:extLst>
          </p:cNvPr>
          <p:cNvCxnSpPr/>
          <p:nvPr/>
        </p:nvCxnSpPr>
        <p:spPr>
          <a:xfrm flipH="1">
            <a:off x="6615953" y="467054"/>
            <a:ext cx="913792" cy="132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A5C79A-17F8-9AB0-7B65-675F29FD7694}"/>
              </a:ext>
            </a:extLst>
          </p:cNvPr>
          <p:cNvSpPr txBox="1"/>
          <p:nvPr/>
        </p:nvSpPr>
        <p:spPr>
          <a:xfrm>
            <a:off x="517793" y="2162059"/>
            <a:ext cx="1806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Copy to be adjusted to the size of the copy in the “who we are” section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B04E0C-C245-E1A5-B27C-ABA6A800362D}"/>
              </a:ext>
            </a:extLst>
          </p:cNvPr>
          <p:cNvCxnSpPr/>
          <p:nvPr/>
        </p:nvCxnSpPr>
        <p:spPr>
          <a:xfrm>
            <a:off x="1916935" y="3428999"/>
            <a:ext cx="991518" cy="757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AA828D-A503-436B-59F1-86E10BC53096}"/>
              </a:ext>
            </a:extLst>
          </p:cNvPr>
          <p:cNvCxnSpPr/>
          <p:nvPr/>
        </p:nvCxnSpPr>
        <p:spPr>
          <a:xfrm flipV="1">
            <a:off x="2071171" y="2732183"/>
            <a:ext cx="5233012" cy="528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E270DF-BDD5-DA09-A90A-2E9063127A6D}"/>
              </a:ext>
            </a:extLst>
          </p:cNvPr>
          <p:cNvCxnSpPr/>
          <p:nvPr/>
        </p:nvCxnSpPr>
        <p:spPr>
          <a:xfrm>
            <a:off x="2071171" y="3349128"/>
            <a:ext cx="5233012" cy="45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88CC9E-FBF8-678F-B012-7B748E5D897C}"/>
              </a:ext>
            </a:extLst>
          </p:cNvPr>
          <p:cNvCxnSpPr/>
          <p:nvPr/>
        </p:nvCxnSpPr>
        <p:spPr>
          <a:xfrm>
            <a:off x="2071171" y="3349128"/>
            <a:ext cx="5458574" cy="1277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87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89</Words>
  <Application>Microsoft Macintosh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Adriana Rohalova</dc:creator>
  <cp:lastModifiedBy>Adriana Rohalova</cp:lastModifiedBy>
  <cp:revision>1</cp:revision>
  <dcterms:created xsi:type="dcterms:W3CDTF">2025-10-21T07:41:45Z</dcterms:created>
  <dcterms:modified xsi:type="dcterms:W3CDTF">2025-10-21T08:19:28Z</dcterms:modified>
</cp:coreProperties>
</file>